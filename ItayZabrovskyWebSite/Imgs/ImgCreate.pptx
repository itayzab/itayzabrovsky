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98F809-C8A8-EE46-0C88-CF1DCB90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03E7861-0EBE-D867-6D1E-3451A45A7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17D18D-C5A8-987E-60DA-AA8E37C9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FBABE44-33D2-253A-8C43-A61330DE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6BDB774-CAA5-AE00-BD61-ED9E0260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393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5D84A8-E5D6-D630-20D2-E7179E1E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61F5DC3-1698-2858-DDB1-EC1213076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536973-12B8-218B-D55A-82574867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61023A-2406-991C-3B91-48B337FA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75AB2E-0211-33D8-DF7B-D90D7191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113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F5AD44-BFD7-2064-E7DC-42554FC9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BA6CE3-5DBA-E791-77E9-1EAE7D949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97FC13-69E9-FC77-917D-7A2BAF40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2436468-1D1A-A7A7-FC7C-C9975409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BAB5EEA-A4C0-A82B-8822-FF2D0ED6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182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DDCDC4-9224-FF5C-0203-6555BF194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21FE6D-7F8E-17DC-30ED-7912C12E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611B902-5365-1D26-B7CA-F6591C5C4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57242DB-1016-2127-CFCB-E27978C4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BCF92CE-1AA3-6427-9225-B4758CB1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5C081BF-7AE4-6541-C884-9DACB6E2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526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F01179-6C95-CD17-8BF9-85527158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53DB066-4540-BAE9-CEBE-E95888D8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FFB67EC-762E-B2E8-1D53-14352BCA0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61341C1-4B2C-4DF8-BFBA-9C7B9B6C8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A015933-A053-7DE2-C545-B5FBE5D8B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29B32EF-1F5A-1D65-068C-25FAE4F2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A980974-3B96-08D5-D35C-4CDB0644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EC1CA0C-87DE-54F6-201F-3972D2D6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275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E4984D-ECE2-99A8-96CB-A71ACCEA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BDB74F2-347C-C2E6-6C7E-A3CC2C0A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355D38-BF40-942A-9B7B-D2E1A7FC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DB21A69-EF3E-53C5-6BA5-040CC477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614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71A5329-57DF-BB76-6B64-905BCD1C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3ECDA34-4B2F-69D4-DB7C-D6B4F6C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A55660B-2849-C689-36F8-E75AC5F3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386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57390D-13DB-5EE7-0842-3C0ADC83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2DBE267-F013-1119-BD39-C61FFC67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1746209-A68C-6B8C-3654-47BC95D48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B92905D-A582-D1DF-96F2-25022C6B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7D34C37-A2D1-3DF0-E834-086BA0ED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D3534DA-0F73-7146-C437-EB796D0C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231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86D063-1103-8056-DEB8-8F4C8AB7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4DA7621-1637-DF79-A6E6-82ECEC0A8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FC7C9D5-1C70-D454-451B-EEF743B8B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C159F8A-785E-F5E8-66F3-794E9F7F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D98ECBD-7DF3-50D4-7159-1786B52E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4F618E8-66BE-3EBA-B0BC-E9BA75D9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986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2438B9-7229-3252-D531-C25828E4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64F8767-AF2B-9B77-2940-C03C1EF67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353FE0-24B6-8326-BC44-707AE1C4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043C5C-F8C5-1A2F-BF79-BBC522B2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B91B868-96C8-750A-192E-DFAA4D9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137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AFBA411-F5E3-AFAC-3B7C-FE03B6F6B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FB51C7B-C19A-57A8-DEA6-E06869DA8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467599-3AC9-A530-651E-3F3CFC79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B38E4C-FE03-38F9-B791-902BD69F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C1E077-C38D-0F60-1051-D75EE9CA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3184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050F28E-53BD-9307-AA93-CEE06FE3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48576EA-7F57-E261-3129-28B20A0A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E47D00-7744-FA1A-F764-C4CF17A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15001-F84D-490B-A77B-87B3F008CB51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B9CDCC-4E4F-9093-FC51-E1ADBE9D6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8A3907F-CA74-4092-DDE1-0283FC2D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558B6-CA74-46ED-9E97-EE5196AC423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18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: פינות אלכסוניות חתוכות 2">
            <a:extLst>
              <a:ext uri="{FF2B5EF4-FFF2-40B4-BE49-F238E27FC236}">
                <a16:creationId xmlns:a16="http://schemas.microsoft.com/office/drawing/2014/main" id="{D95F5A1F-E02E-1728-8AA1-EFF8F437ABEA}"/>
              </a:ext>
            </a:extLst>
          </p:cNvPr>
          <p:cNvSpPr/>
          <p:nvPr/>
        </p:nvSpPr>
        <p:spPr>
          <a:xfrm>
            <a:off x="9355014" y="633047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Register</a:t>
            </a:r>
            <a:endParaRPr lang="he-IL" sz="3500" dirty="0"/>
          </a:p>
        </p:txBody>
      </p:sp>
      <p:sp>
        <p:nvSpPr>
          <p:cNvPr id="6" name="מלבן: פינות אלכסוניות חתוכות 5">
            <a:extLst>
              <a:ext uri="{FF2B5EF4-FFF2-40B4-BE49-F238E27FC236}">
                <a16:creationId xmlns:a16="http://schemas.microsoft.com/office/drawing/2014/main" id="{55B7A0E4-3F67-329F-F5FE-C10BB39246F7}"/>
              </a:ext>
            </a:extLst>
          </p:cNvPr>
          <p:cNvSpPr/>
          <p:nvPr/>
        </p:nvSpPr>
        <p:spPr>
          <a:xfrm>
            <a:off x="5139396" y="633045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Log In</a:t>
            </a:r>
            <a:endParaRPr lang="he-IL" sz="3500" dirty="0"/>
          </a:p>
        </p:txBody>
      </p:sp>
      <p:sp>
        <p:nvSpPr>
          <p:cNvPr id="7" name="מלבן: פינות אלכסוניות חתוכות 6">
            <a:extLst>
              <a:ext uri="{FF2B5EF4-FFF2-40B4-BE49-F238E27FC236}">
                <a16:creationId xmlns:a16="http://schemas.microsoft.com/office/drawing/2014/main" id="{2784885F-16E2-1C3A-BDC0-3DF75F127D9D}"/>
              </a:ext>
            </a:extLst>
          </p:cNvPr>
          <p:cNvSpPr/>
          <p:nvPr/>
        </p:nvSpPr>
        <p:spPr>
          <a:xfrm>
            <a:off x="923778" y="633044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Home</a:t>
            </a:r>
            <a:endParaRPr lang="he-IL" sz="3500" dirty="0"/>
          </a:p>
        </p:txBody>
      </p:sp>
      <p:sp>
        <p:nvSpPr>
          <p:cNvPr id="8" name="מלבן: פינות אלכסוניות חתוכות 7">
            <a:extLst>
              <a:ext uri="{FF2B5EF4-FFF2-40B4-BE49-F238E27FC236}">
                <a16:creationId xmlns:a16="http://schemas.microsoft.com/office/drawing/2014/main" id="{0DD867B7-62B4-2326-8842-720C6CDF1AAC}"/>
              </a:ext>
            </a:extLst>
          </p:cNvPr>
          <p:cNvSpPr/>
          <p:nvPr/>
        </p:nvSpPr>
        <p:spPr>
          <a:xfrm>
            <a:off x="923778" y="2500533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Gallery</a:t>
            </a:r>
            <a:endParaRPr lang="he-IL" sz="3500" dirty="0"/>
          </a:p>
        </p:txBody>
      </p:sp>
      <p:sp>
        <p:nvSpPr>
          <p:cNvPr id="9" name="מלבן: פינות אלכסוניות חתוכות 8">
            <a:extLst>
              <a:ext uri="{FF2B5EF4-FFF2-40B4-BE49-F238E27FC236}">
                <a16:creationId xmlns:a16="http://schemas.microsoft.com/office/drawing/2014/main" id="{0E28A71C-7A38-F9B6-4865-A32F12AEB781}"/>
              </a:ext>
            </a:extLst>
          </p:cNvPr>
          <p:cNvSpPr/>
          <p:nvPr/>
        </p:nvSpPr>
        <p:spPr>
          <a:xfrm>
            <a:off x="5139396" y="2500532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Search</a:t>
            </a:r>
            <a:endParaRPr lang="he-IL" sz="3500" dirty="0"/>
          </a:p>
        </p:txBody>
      </p:sp>
      <p:sp>
        <p:nvSpPr>
          <p:cNvPr id="10" name="מלבן: פינות אלכסוניות חתוכות 9">
            <a:extLst>
              <a:ext uri="{FF2B5EF4-FFF2-40B4-BE49-F238E27FC236}">
                <a16:creationId xmlns:a16="http://schemas.microsoft.com/office/drawing/2014/main" id="{2913FFA5-F754-9336-58CC-C4196C4894ED}"/>
              </a:ext>
            </a:extLst>
          </p:cNvPr>
          <p:cNvSpPr/>
          <p:nvPr/>
        </p:nvSpPr>
        <p:spPr>
          <a:xfrm>
            <a:off x="9355014" y="2500532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Log Out</a:t>
            </a:r>
            <a:endParaRPr lang="he-IL" sz="3500" dirty="0"/>
          </a:p>
        </p:txBody>
      </p:sp>
      <p:sp>
        <p:nvSpPr>
          <p:cNvPr id="2" name="מלבן: פינות אלכסוניות חתוכות 1">
            <a:extLst>
              <a:ext uri="{FF2B5EF4-FFF2-40B4-BE49-F238E27FC236}">
                <a16:creationId xmlns:a16="http://schemas.microsoft.com/office/drawing/2014/main" id="{CC6E2451-D569-8913-0252-3F970B8B0452}"/>
              </a:ext>
            </a:extLst>
          </p:cNvPr>
          <p:cNvSpPr/>
          <p:nvPr/>
        </p:nvSpPr>
        <p:spPr>
          <a:xfrm>
            <a:off x="923777" y="4368022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Admin</a:t>
            </a:r>
            <a:endParaRPr lang="he-IL" sz="3500" dirty="0"/>
          </a:p>
        </p:txBody>
      </p:sp>
      <p:sp>
        <p:nvSpPr>
          <p:cNvPr id="4" name="מלבן: פינות אלכסוניות חתוכות 3">
            <a:extLst>
              <a:ext uri="{FF2B5EF4-FFF2-40B4-BE49-F238E27FC236}">
                <a16:creationId xmlns:a16="http://schemas.microsoft.com/office/drawing/2014/main" id="{2FCE7F77-6A26-F034-1BD1-15978BE3FE13}"/>
              </a:ext>
            </a:extLst>
          </p:cNvPr>
          <p:cNvSpPr/>
          <p:nvPr/>
        </p:nvSpPr>
        <p:spPr>
          <a:xfrm>
            <a:off x="5139395" y="4368019"/>
            <a:ext cx="1913207" cy="92846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500" dirty="0"/>
              <a:t>Sign Up</a:t>
            </a:r>
            <a:endParaRPr lang="he-IL" sz="3500" dirty="0"/>
          </a:p>
        </p:txBody>
      </p:sp>
    </p:spTree>
    <p:extLst>
      <p:ext uri="{BB962C8B-B14F-4D97-AF65-F5344CB8AC3E}">
        <p14:creationId xmlns:p14="http://schemas.microsoft.com/office/powerpoint/2010/main" val="221410905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11</Words>
  <Application>Microsoft Office PowerPoint</Application>
  <PresentationFormat>מסך רחב</PresentationFormat>
  <Paragraphs>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2026-01-14T10:05:03Z</dcterms:created>
  <dcterms:modified xsi:type="dcterms:W3CDTF">2026-05-31T11:54:34Z</dcterms:modified>
</cp:coreProperties>
</file>